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ychu\Documents\Codex\2026-05-30\can-you-redo-attached-ppt-olist\outputs\manual-20260530-olist\presentations\olist-redesign\assets\image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65000"/>
            </a:srgbClr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40080"/>
            <a:ext cx="182880" cy="53949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2688" y="822960"/>
            <a:ext cx="57607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298448"/>
            <a:ext cx="7040880" cy="7863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932688" y="2121408"/>
            <a:ext cx="67665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8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marketplace transactions into trusted executive metrics, reusable analytics models, and repeatable decisions.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32688" y="4434840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32688" y="4965192"/>
            <a:ext cx="19202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datasets ingested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4434840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3246120" y="4965192"/>
            <a:ext cx="17373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dimensions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94960" y="4434840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5394960" y="4965192"/>
            <a:ext cx="1645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52360" y="4434840"/>
            <a:ext cx="2011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7452360" y="4965192"/>
            <a:ext cx="2011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ELT run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14400" y="5879592"/>
            <a:ext cx="4709160" cy="384048"/>
          </a:xfrm>
          <a:prstGeom prst="rect">
            <a:avLst/>
          </a:prstGeom>
          <a:solidFill>
            <a:srgbClr val="07111F">
              <a:alpha val="88000"/>
            </a:srgbClr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8992" y="5952744"/>
            <a:ext cx="43891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CEO / CMO / CFO / CTO / VP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ychu\Documents\Codex\2026-05-30\can-you-redo-attached-ppt-olist\outputs\manual-20260530-olist\presentations\olist-redesign\assets\image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07111F">
              <a:alpha val="42000"/>
            </a:srgbClr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path from raw order files to board-ready growth metrics.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D8E3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2011680"/>
            <a:ext cx="3474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011680"/>
            <a:ext cx="82296" cy="1508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2176272"/>
            <a:ext cx="309067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9536" y="2578608"/>
            <a:ext cx="3090672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pipeline makes revenue trends, category performance, and customer value visible without manual spreadsheet work.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34747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794760"/>
            <a:ext cx="82296" cy="150876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959352"/>
            <a:ext cx="309067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value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9536" y="4361688"/>
            <a:ext cx="3090672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DuckDB, dbt, and Dagster separate storage, transformation, quality, and orchestration into maintainable layers.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480560" y="201168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80560" y="2011680"/>
            <a:ext cx="82296" cy="1508760"/>
          </a:xfrm>
          <a:prstGeom prst="rect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00016" y="2176272"/>
            <a:ext cx="295351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value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00016" y="2578608"/>
            <a:ext cx="2953512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 get reliable inputs for merchandising focus, retention investment, and fulfillment performance.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480560" y="3794760"/>
            <a:ext cx="3337560" cy="150876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09160" y="4041648"/>
            <a:ext cx="28346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thesis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709160" y="4462272"/>
            <a:ext cx="2788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analytics as a product: tested, scheduled, documented, and ready for business users.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ELT architecture keeps raw data auditable and marts business-ready.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D8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2788920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5F6F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files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CSV / Excel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95728" y="2788920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23744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loaders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1104" y="2788920"/>
            <a:ext cx="1536192" cy="9875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DuckDB raw 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788920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54496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staging and marts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91856" y="2788920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01584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19872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dbt + SQL checks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57232" y="2788920"/>
            <a:ext cx="153619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935224"/>
            <a:ext cx="131673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85248" y="3264408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and Python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66544" y="3282696"/>
            <a:ext cx="329184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3282696"/>
            <a:ext cx="329184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7296" y="3282696"/>
            <a:ext cx="329184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62672" y="3282696"/>
            <a:ext cx="329184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28048" y="3282696"/>
            <a:ext cx="329184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736592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743200" y="4718304"/>
            <a:ext cx="72237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source fidelity in raw tables, then apply business definitions once in dbt models.</a:t>
            </a:r>
            <a:endParaRPr lang="en-US" sz="1600" dirty="0"/>
          </a:p>
        </p:txBody>
      </p:sp>
      <p:pic>
        <p:nvPicPr>
          <p:cNvPr id="31" name="Image 0" descr="C:\Users\mychu\Documents\Codex\2026-05-30\can-you-redo-attached-ppt-olist\outputs\manual-20260530-olist\presentations\olist-redesign\assets\image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5358384"/>
            <a:ext cx="10881360" cy="50292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ychu\Documents\Codex\2026-05-30\can-you-redo-attached-ppt-olist\outputs\manual-20260530-olist\presentations\olist-redesign\assets\image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WAREHOUSE DESIGN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star schema is optimized for sales, customer, product, seller, and time questions.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42816" y="2487168"/>
            <a:ext cx="3703320" cy="124358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52544" y="2633472"/>
            <a:ext cx="348386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FactSales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370832" y="2962656"/>
            <a:ext cx="3447288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- items - revenue - freight - delivery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05840" y="2011680"/>
            <a:ext cx="22128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57984"/>
            <a:ext cx="199339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DimCustomer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33856" y="2487168"/>
            <a:ext cx="19568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geography and identity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18688" y="2450592"/>
            <a:ext cx="1024128" cy="65836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759952" y="2011680"/>
            <a:ext cx="22128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2157984"/>
            <a:ext cx="199339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DimProduct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87968" y="2487168"/>
            <a:ext cx="19568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and attributes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59952" y="2450592"/>
            <a:ext cx="-813816" cy="65836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4251960"/>
            <a:ext cx="22128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398264"/>
            <a:ext cx="199339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DimSeller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33856" y="4727448"/>
            <a:ext cx="19568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origin and role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18688" y="4690872"/>
            <a:ext cx="1024128" cy="-158191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59952" y="4251960"/>
            <a:ext cx="221284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69680" y="4398264"/>
            <a:ext cx="199339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DimDate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887968" y="4727448"/>
            <a:ext cx="1956816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month, quarter, year grain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59952" y="4690872"/>
            <a:ext cx="-813816" cy="-1581912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coverage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334256" y="4690872"/>
            <a:ext cx="3474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category mix, retention, delivery performance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 turn a public dataset into a trusted analytical product.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D8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2286000" cy="1444752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0592"/>
            <a:ext cx="19568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95681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EA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keys and critical facts cannot be null.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447288" y="2148840"/>
            <a:ext cx="2286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450592"/>
            <a:ext cx="19568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2834640"/>
            <a:ext cx="195681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and dimension keys are checked for duplicates.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236208" y="2148840"/>
            <a:ext cx="2286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450592"/>
            <a:ext cx="19568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195681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rows must resolve to customer and product dimensions.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025128" y="2148840"/>
            <a:ext cx="2286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2450592"/>
            <a:ext cx="1956816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89720" y="2834640"/>
            <a:ext cx="1956816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are non-negative; delivered orders have delivery timing.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14400" y="4443984"/>
            <a:ext cx="10195560" cy="713232"/>
          </a:xfrm>
          <a:prstGeom prst="rect">
            <a:avLst/>
          </a:prstGeom>
          <a:solidFill>
            <a:srgbClr val="FFF4F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645152"/>
            <a:ext cx="9802368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rule: failed quality checks stop analysis outputs and surface the failed test set.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ychu\Documents\Codex\2026-05-30\can-you-redo-attached-ppt-olist\outputs\manual-20260530-olist\presentations\olist-redesign\assets\imag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58384"/>
            <a:ext cx="12191695" cy="8412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58384"/>
            <a:ext cx="12191695" cy="841248"/>
          </a:xfrm>
          <a:prstGeom prst="rect">
            <a:avLst/>
          </a:prstGeom>
          <a:solidFill>
            <a:srgbClr val="07111F">
              <a:alpha val="50000"/>
            </a:srgbClr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 answers three executive questions first.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D8E3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2402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240280"/>
            <a:ext cx="82296" cy="155448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404872"/>
            <a:ext cx="29992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are we growing?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0976" y="2807208"/>
            <a:ext cx="2999232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and order trends establish the operating cadence.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07408" y="22402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2240280"/>
            <a:ext cx="82296" cy="1554480"/>
          </a:xfrm>
          <a:prstGeom prst="rect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26864" y="2404872"/>
            <a:ext cx="29992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we push?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26864" y="2807208"/>
            <a:ext cx="2999232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 categories by revenue focus merchandising and campaign planning.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083296" y="2240280"/>
            <a:ext cx="33832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83296" y="2240280"/>
            <a:ext cx="82296" cy="15544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2404872"/>
            <a:ext cx="29992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should we retain?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02752" y="2807208"/>
            <a:ext cx="2999232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lifetime value segments support lifecycle and loyalty targeting.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463040" y="4160520"/>
            <a:ext cx="1828800" cy="128016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4443984"/>
            <a:ext cx="2926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trend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138928" y="4160520"/>
            <a:ext cx="1828800" cy="128016"/>
          </a:xfrm>
          <a:prstGeom prst="rect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90288" y="4443984"/>
            <a:ext cx="2926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rank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814816" y="4160520"/>
            <a:ext cx="1828800" cy="128016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66176" y="4443984"/>
            <a:ext cx="2926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segment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ychu\Documents\Codex\2026-05-30\can-you-redo-attached-ppt-olist\outputs\manual-20260530-olist\presentations\olist-redesign\assets\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moves are merchandising focus, retention targeting, and fulfillment control.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048256"/>
            <a:ext cx="502920" cy="502920"/>
          </a:xfrm>
          <a:prstGeom prst="ellipse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2157984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27632" y="2020824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913632" y="2048256"/>
            <a:ext cx="6629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category revenue rankings to prioritize assortment, campaign inventory, and seller enablement.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78992" y="2798064"/>
            <a:ext cx="9418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3310128"/>
            <a:ext cx="502920" cy="502920"/>
          </a:xfrm>
          <a:prstGeom prst="ellipse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419856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627632" y="3282696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913632" y="3310128"/>
            <a:ext cx="6629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lifecycle campaigns for loyal and high-value customers using customer lifetime value.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78992" y="4059936"/>
            <a:ext cx="9418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572000"/>
            <a:ext cx="502920" cy="502920"/>
          </a:xfrm>
          <a:prstGeom prst="ellipse">
            <a:avLst/>
          </a:prstGeom>
          <a:solidFill>
            <a:srgbClr val="FF2A00"/>
          </a:solidFill>
          <a:ln w="12700">
            <a:solidFill>
              <a:srgbClr val="FF2A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4681728"/>
            <a:ext cx="5029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627632" y="4544568"/>
            <a:ext cx="22402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3913632" y="4572000"/>
            <a:ext cx="66294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delivery days as an executive KPI because fulfillment performance protects repeat purchase behavior.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078992" y="5321808"/>
            <a:ext cx="9418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DE8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146304" cy="146304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356616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MITIGATION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10561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risks are freshness, definition drift, and production hardening.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82496"/>
            <a:ext cx="11155680" cy="0"/>
          </a:xfrm>
          <a:prstGeom prst="line">
            <a:avLst/>
          </a:prstGeom>
          <a:noFill/>
          <a:ln w="12700">
            <a:solidFill>
              <a:srgbClr val="D8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74520"/>
            <a:ext cx="10698480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42062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15000" y="1993392"/>
            <a:ext cx="48463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96312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 is historical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2459736"/>
            <a:ext cx="5257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fresh operational exports or cloud object storage.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731520" y="3099816"/>
            <a:ext cx="10698480" cy="676656"/>
          </a:xfrm>
          <a:prstGeom prst="rect">
            <a:avLst/>
          </a:prstGeom>
          <a:solidFill>
            <a:srgbClr val="F8FB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264408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definitions can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3227832"/>
            <a:ext cx="5257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definitions in dbt models and tests with reviewed pull requests.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731520" y="3867912"/>
            <a:ext cx="10698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32504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DuckDB is not enterprise serving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3995928"/>
            <a:ext cx="5257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the same dbt models to BigQuery, Snowflake, or Postgres when scale demands.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731520" y="4636008"/>
            <a:ext cx="10698480" cy="676656"/>
          </a:xfrm>
          <a:prstGeom prst="rect">
            <a:avLst/>
          </a:prstGeom>
          <a:solidFill>
            <a:srgbClr val="F8FBFF"/>
          </a:solidFill>
          <a:ln w="12700">
            <a:solidFill>
              <a:srgbClr val="D8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800600"/>
            <a:ext cx="4434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failures can block reporting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4764024"/>
            <a:ext cx="52578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3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blocking tests with owner alerts, failed-row tables, and incident triage.</a:t>
            </a:r>
            <a:endParaRPr lang="en-US" sz="1330" dirty="0"/>
          </a:p>
        </p:txBody>
      </p:sp>
      <p:sp>
        <p:nvSpPr>
          <p:cNvPr id="21" name="Text 19"/>
          <p:cNvSpPr/>
          <p:nvPr/>
        </p:nvSpPr>
        <p:spPr>
          <a:xfrm>
            <a:off x="960120" y="5779008"/>
            <a:ext cx="10012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connect fresh exports, schedule Dagster, publish the mart contract, and wire the BI layer.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6858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Olist e-commerce data pipeline | DuckDB + dbt + Dagster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01400" y="6382512"/>
            <a:ext cx="4389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Data Pipeline - NHL Style Fixed</dc:title>
  <dc:subject>Olist E-Commerce Data Pipeline</dc:subject>
  <dc:creator>Codex</dc:creator>
  <cp:lastModifiedBy>Codex</cp:lastModifiedBy>
  <cp:revision>1</cp:revision>
  <dcterms:created xsi:type="dcterms:W3CDTF">2026-05-30T08:51:07Z</dcterms:created>
  <dcterms:modified xsi:type="dcterms:W3CDTF">2026-05-30T08:51:07Z</dcterms:modified>
</cp:coreProperties>
</file>